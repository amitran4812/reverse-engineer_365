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24</c:v>
                </c:pt>
                <c:pt idx="3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about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F3A"/>
            </a:gs>
            <a:gs pos="100000">
              <a:srgbClr val="1E5A9C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C040"/>
                </a:solidFill>
              </a:rPr>
              <a:t>Design team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solidFill>
                  <a:srgbClr val="C03030"/>
                </a:solidFill>
              </a:rPr>
              <a:t>Revenue grew 24%</a:t>
            </a:r>
          </a:p>
          <a:p>
            <a:pPr lvl="1"/>
            <a:r>
              <a:t>North America</a:t>
            </a:r>
          </a:p>
          <a:p>
            <a:pPr lvl="1"/>
            <a:r>
              <a:t>Europe</a:t>
            </a:r>
          </a:p>
          <a:p>
            <a:pPr/>
            <a:r>
              <a:t>Hiring plan</a:t>
            </a:r>
          </a:p>
          <a:p>
            <a:pPr lvl="1"/>
            <a:r>
              <a:t>Two engineers</a:t>
            </a:r>
          </a:p>
          <a:p>
            <a:pPr/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pictures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828800" cy="128016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</a:t>
            </a:r>
          </a:p>
        </p:txBody>
      </p:sp>
      <p:sp>
        <p:nvSpPr>
          <p:cNvPr id="4" name="Oval 3"/>
          <p:cNvSpPr/>
          <p:nvPr/>
        </p:nvSpPr>
        <p:spPr>
          <a:xfrm>
            <a:off x="2834640" y="1645920"/>
            <a:ext cx="1828800" cy="1280160"/>
          </a:xfrm>
          <a:prstGeom prst="ellipse">
            <a:avLst/>
          </a:prstGeom>
          <a:solidFill>
            <a:srgbClr val="C6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</a:t>
            </a:r>
          </a:p>
        </p:txBody>
      </p:sp>
      <p:sp>
        <p:nvSpPr>
          <p:cNvPr id="5" name="Chevron 4"/>
          <p:cNvSpPr/>
          <p:nvPr/>
        </p:nvSpPr>
        <p:spPr>
          <a:xfrm>
            <a:off x="5120640" y="1645920"/>
            <a:ext cx="1828800" cy="1280160"/>
          </a:xfrm>
          <a:prstGeom prst="chevron">
            <a:avLst/>
          </a:prstGeom>
          <a:solidFill>
            <a:srgbClr val="1565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7406640" y="1645920"/>
            <a:ext cx="1828800" cy="1280160"/>
          </a:xfrm>
          <a:prstGeom prst="star5">
            <a:avLst/>
          </a:prstGeom>
          <a:solidFill>
            <a:srgbClr val="F9A82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9692640" y="1645920"/>
            <a:ext cx="1828800" cy="1280160"/>
          </a:xfrm>
          <a:prstGeom prst="rightArrow">
            <a:avLst/>
          </a:prstGeom>
          <a:solidFill>
            <a:srgbClr val="6A1B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5</a:t>
            </a:r>
          </a:p>
        </p:txBody>
      </p:sp>
      <p:pic>
        <p:nvPicPr>
          <p:cNvPr id="8" name="Picture 7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657600" cy="27432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0" y="4572000"/>
            <a:ext cx="3657600" cy="1371600"/>
          </a:xfrm>
          <a:prstGeom prst="line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0" y="3657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Georgia"/>
              </a:rPr>
              <a:t>Plain text box in Georgia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760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463040"/>
          <a:ext cx="53035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1-0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3-0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